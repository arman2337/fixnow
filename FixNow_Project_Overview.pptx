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3864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FixNow 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20386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FixNow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Multi-Surface Platform Engineering Foundation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Architecture, Status, &amp; Roadmap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FixNow is a planned multi-surface platform designed for high performance, scale, and clear architecture. It encompasses: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Client (Flutter) for customer and provider workflows.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 (NestJS) for domain logic and APIs.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Web App (Next.js) for internal management.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Contracts ensuring strict cross-boundary boundaries.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AI Capabilities for smart features and deployments.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Architecture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Intended Ownership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mobile/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Flutter mobile application foundation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backend/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NestJS backend foundation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admin/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Next.js administrative web application foundation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shared/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Cross-project contracts, schemas, and tooling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infrastructure/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Deployment and infrastructure-as-code definitions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ai/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AI services, evaluation assets, and supporting tools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docs/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Architecture, workflow, and engineering documentation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Technologies &amp; Workflows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Stack: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for backend APIs.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for multi-platform mobile.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for admin operations.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Storage: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as the transactional system of record.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for disposable cache and bounded coordination.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Zero-Docker Workflow using Bun orchestrator (`bun dev`).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CORS and request logging proxy.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Architecture Philosophy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First: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Threat-modeled trust boundaries, privacy rules, and data lifecycle.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Deny-by-default hybrid authorization and 75-row strict permission matrix.</a:t>
            </a:r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Rules: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module boundaries (no cross-application file imports).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contracts in `shared/` for reliable communication.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 (ADRs) required for major changes.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Authoritative UI/UX Design System (`DESIGN.md`).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Project Status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Task Tracker Progress: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Tasks: 95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Completed: 69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Rate: 73%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0" y="24688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7 - Real-Time &amp; Location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Milestones: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and Mobile Foundations completed.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&amp; Architecture conventions approved.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work on Help &amp; Support experiences.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Driven Development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repository is engineered for AI agents (AGENTS.md).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Run = One Task.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strictly follow PROJECT_TASKS.md tracker.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validation, pre-commit hooks, and rigorous rules ensure quality code.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phases will incorporate explicit AI Governance &amp; Evaluation architecture.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2026-08-20T14:17:26Z</dcterms:created>
  <dcterms:modified xsi:type="dcterms:W3CDTF">2026-08-20T14:17:26Z</dcterms:modified>
</cp:coreProperties>
</file>