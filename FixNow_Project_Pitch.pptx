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FixNow Platform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254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FixNow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35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Next-Generation Location-Based Service Marketplace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5D9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Connecting Customers and Verified Providers with Trust &amp; Precision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200" b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Finding reliable, location-based services today is often fragmented and unsafe: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Lack of Trust: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Unverified providers and opaque pricing create poor customer experiences.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Poor Real-Time Visibility: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Customers are left guessing about provider arrivals and job status.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Inefficient Provider Experience: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Professionals struggle with disjointed tools for availability, jobs, and earnings.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Weak Safety Controls: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Handling personal data, precise location, and emergency situations lacks rigorous security.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Solution: FixNow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FixNow is a cohesive, multi-surface platform designed to seamlessly connect people who need help with professionals who can provide it.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Integrated Ecosystem: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 mobile app for users/providers, a powerful backend, and an admin web portal.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Precision: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Live location tracking, status updates, and ETA powered by WebSockets.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Safety by Design: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Strict KYC verification, deny-by-default access, and privacy-first data handling.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Seamless Customer Experience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Empowering customers from discovery to completion: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 &amp; Request: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Browse services, describe issues, and request help with precise location.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Transparent Matching: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See price estimates and atomic matching with eligible providers.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Tracking: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Follow the provider's ETA and job progress in real-time.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Secure Payments &amp; Feedback: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Frictionless checkout and trusted rating systems.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Empowering Verified Providers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Tools designed for professionals to thrive: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Streamlined Onboarding: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Private, secure verification for skills and background (KYC).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Availability Control: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Toggle online/offline status and manage service areas effortlessly.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Optimized Workflows: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Receive targeted requests, navigate via integrated maps, and manage job states.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Financial Clarity: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Transparent tracking of earnings, payouts, and service history.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Trust, Safety &amp; Administration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on a foundation of rigorous security and governance: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Privacy &amp; Data Controls: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Precise location is only shared during active travel. Data collection is strictly minimized.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Emergency Capabilities: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Purpose-built flows for urgent requests with safe dispatch and fallback guidance.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Auditable Administration: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Staff interventions, dispute resolutions, and verification approvals are heavily logged and role-restricted.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Modern Technical Foundation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Engineered for scale, speed, and cross-platform consistency: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Framework: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Flutter provides a native-like experience for iOS and Android from a single codebase.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Backend Services: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NestJS (Node) powers a robust, type-safe API with PostgreSQL for transactional data.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 Web Portal: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Next.js delivers a highly responsive interface for operational oversight.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Engine: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WebSocket projections and Redis coordinate live location and instant notifications.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Future-Proofing with AI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200" b="1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Integrating intelligent features responsibly: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Smart Recommendations: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AI assists in understanding customer requests and matching them to the right category.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Human-in-the-Loop: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Consequential actions (pricing, account penalties, payments) require explicit human approval. AI never acts autonomously on critical flows.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Safe Fallbacks: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4254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The platform is designed to degrade safely; core manual flows operate flawlessly even if AI services are unavailable.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2026-08-20T14:22:26Z</dcterms:created>
  <dcterms:modified xsi:type="dcterms:W3CDTF">2026-08-20T14:22:26Z</dcterms:modified>
</cp:coreProperties>
</file>